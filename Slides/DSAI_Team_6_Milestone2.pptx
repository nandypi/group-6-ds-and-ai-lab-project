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1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Updates</c:v>
                  </c:pt>
                  <c:pt idx="1">
                    <c:v>SEBI Takeover Reg.</c:v>
                  </c:pt>
                  <c:pt idx="2">
                    <c:v>Newspaper Publication</c:v>
                  </c:pt>
                  <c:pt idx="3">
                    <c:v>ESOP/ESOS/ESPS</c:v>
                  </c:pt>
                  <c:pt idx="4">
                    <c:v>General Updates</c:v>
                  </c:pt>
                  <c:pt idx="5">
                    <c:v>Shareholders Meeting</c:v>
                  </c:pt>
                  <c:pt idx="6">
                    <c:v>Other (13 cats)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134</c:v>
                </c:pt>
                <c:pt idx="1">
                  <c:v>27</c:v>
                </c:pt>
                <c:pt idx="2">
                  <c:v>26</c:v>
                </c:pt>
                <c:pt idx="3">
                  <c:v>10</c:v>
                </c:pt>
                <c:pt idx="4">
                  <c:v>10</c:v>
                </c:pt>
                <c:pt idx="5">
                  <c:v>8</c:v>
                </c:pt>
                <c:pt idx="6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1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1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480560"/>
            <a:ext cx="3108960" cy="3108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5074920"/>
            <a:ext cx="1920240" cy="19202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AND AI LAB   ·   T2 –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FinQuery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AI-Powered, Stock-Specific Public Update Analyzer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Indian Capital Markets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34340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343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DATA PREPARATION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257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06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559552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Akbar Ali — 23f1002997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Gurram Sai Sri Ram Hruthik — 22f3001648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NandanReddy Parnapalli — 22f3002857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Gattani — 21f3002082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Shubhashish Biswas — 21f1001460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74650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22199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3232" y="25603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Identification, ownership &amp; usage constraints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5112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74650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489704" y="222199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9704" y="25603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per source &amp; feature distribution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01584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66176" y="174650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66176" y="222199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Assessment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66176" y="25603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noise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1868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336499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3232" y="38404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Adequacy &amp; Expansion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13232" y="41788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corpus enough? What's next?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25112" y="321868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9704" y="336499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489704" y="38404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Split Strategy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89704" y="41788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/ eval set / leakage checks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01584" y="321868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66176" y="336499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66176" y="38404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Cross-Source Alignment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66176" y="41788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Tying 4 sources to one retrieval index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83717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3232" y="4983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13232" y="545896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Preparation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13232" y="5797296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Relevance, quality, sufficiency pipeline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25112" y="483717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489704" y="4983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489704" y="545896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&amp; Vector DB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489704" y="5797296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per document type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01584" y="483717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266176" y="4983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8266176" y="545896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266176" y="5797296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Scripts, notebooks &amp; preprocessing steps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FinQuery — Milestone 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DATA SOURCES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Sources, One Pilot Company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company: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Limited (NSE: INFY)   </a:t>
            </a:r>
            <a:pPr indent="0" marL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 Target window: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Jul 2025 – 1 Jul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724912" cy="425196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272491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65960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NSE Corporate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Announcements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898648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3099816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— NSE API scraped per symbol/date range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3739896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3941064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/ Infosys Ltd (SEBI LODR)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4581144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5800" y="4782312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metadata + linked PDFs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5422392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5800" y="5623560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regulatory disclosures; non-commercial research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19856" y="1874520"/>
            <a:ext cx="2724912" cy="425196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19856" y="1874520"/>
            <a:ext cx="272491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3557016" y="1965960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Infosys IR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57016" y="2898648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57016" y="3099816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download — earnings calls, presentations, press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57016" y="3739896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57016" y="3941064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Limited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57016" y="4581144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57016" y="4782312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57016" y="5422392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57016" y="5623560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published; research use only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91072" y="1874520"/>
            <a:ext cx="2724912" cy="425196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91072" y="1874520"/>
            <a:ext cx="272491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28232" y="1965960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Yahoo Finance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28232" y="2898648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28232" y="3099816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— yfinance discovery + manual PDF download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28232" y="3739896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28232" y="3941064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Publishers, aggregated by Yahoo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28232" y="4581144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28232" y="4782312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Markdown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28232" y="5422392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28232" y="5623560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aggregation; source URL retained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162288" y="1874520"/>
            <a:ext cx="2724912" cy="425196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162288" y="1874520"/>
            <a:ext cx="272491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9299448" y="1965960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Trendlyne Broker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299448" y="2898648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299448" y="3099816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download from Trendlyne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299448" y="3739896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299448" y="3941064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Trendlyne / brokerage authors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299448" y="4581144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299448" y="4782312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Markdown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299448" y="5422392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299448" y="5623560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broker reports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FinQuery — Milestone 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DATASET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Size by Source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108960" cy="44805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207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Markdown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886200"/>
            <a:ext cx="2194560" cy="0"/>
          </a:xfrm>
          <a:prstGeom prst="line">
            <a:avLst/>
          </a:prstGeom>
          <a:noFill/>
          <a:ln w="12700">
            <a:solidFill>
              <a:srgbClr val="5B6B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69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~405 MB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markdown corpus size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5074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 KB – 41 MB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5138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size range (avg ~1.96 MB)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7764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0956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UNITS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3836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MARKDOWN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77640" y="169164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691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NSE announcement PDFs → MD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909560" y="16916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 PDFs converted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92640" y="1691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selected (108 auto + 72 LLM-accepted)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77640" y="265176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651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Infosys IR site (FY26 Q1–Q4)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909560" y="26517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PDFs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92640" y="2651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documents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977640" y="361188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3611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Yahoo Finance news articles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09560" y="3611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PDFs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92640" y="3611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documents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977640" y="457200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0520" y="45720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Trendlyne broker reports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909560" y="4572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PDFs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692640" y="45720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documents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FinQuery — Milestone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DATASET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NSE Disclosure Categories (1-yr sample, n = 240)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distinct desc disclosure categories identified — top categories shown below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7406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83880" y="1691640"/>
            <a:ext cx="3474720" cy="1298448"/>
          </a:xfrm>
          <a:prstGeom prst="roundRect">
            <a:avLst>
              <a:gd name="adj" fmla="val 5634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6676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366760" y="225856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records fall in the catch-all “Updates” category — mixes transcripts, press releases, routine notices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183880" y="3172968"/>
            <a:ext cx="3474720" cy="1298448"/>
          </a:xfrm>
          <a:prstGeom prst="roundRect">
            <a:avLst>
              <a:gd name="adj" fmla="val 5634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366760" y="32644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20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366760" y="3739896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fields (bflag, csvName, old_new, orgid) are 100% null — dropped as API artifacts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183880" y="4654296"/>
            <a:ext cx="3474720" cy="1298448"/>
          </a:xfrm>
          <a:prstGeom prst="roundRect">
            <a:avLst>
              <a:gd name="adj" fmla="val 5634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66760" y="474573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1.96 MB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366760" y="5221224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attachment size across the sample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FinQuery — Milestone 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DATASET QUALITY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Values, Duplicates &amp; Noise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20 metadata fields are 100% null across all 240 records (bflag, csvName, old_new, orgid) — dropped at ingestion as API artifacts. Core fields (desc, attchmntText, attchmntFile, sort_date) are fully populated.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99432" y="26060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306324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attchmntFile URLs found in the 240-record sample. NSE occasionally re-issues filings with hash-suffixed filenames (e.g. PR_02022026.md vs PR_02022026_434f4750.md) — treated as distinct, not deduped, since content can differ.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75904" y="26060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&amp; Inconsistency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75904" y="306324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“Updates” (134/240, 56%) mixes transcripts, press releases &amp; routine notices — hence a 3-stage classification (category + keyword + LLM review, see §7). Yahoo Finance JSON had null top-level fields normalized from a nested raw.content payload.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FinQuery — Milestone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ADEQUACY &amp; EXPANSION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Enough to Validate the Pipeline — Not Yet to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4297680"/>
          </a:xfrm>
          <a:prstGeom prst="roundRect">
            <a:avLst>
              <a:gd name="adj" fmla="val 1702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company (INFY), ~1 year window, 207 curated documents across 4 source types.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to validate the RAG pipeline end-to-end, but limited in temporal depth and company breadth for robust evaluation.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44805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6052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synthetic documents are used — all sources are real, sourced filings, articles and reports.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852160" y="18288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EXPANSION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2194560"/>
            <a:ext cx="5760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2505456"/>
            <a:ext cx="502920" cy="50292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5054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20840" y="23317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NSE history beyond 1 year — 502 attachment links / ~9,235 pages already scoped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0" y="3547872"/>
            <a:ext cx="5760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3858768"/>
            <a:ext cx="502920" cy="50292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858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20840" y="3685032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earnings calls &amp; press material for earlier quarters (currently FY26 Q1–Q4 only)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52160" y="4901184"/>
            <a:ext cx="5760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5212080"/>
            <a:ext cx="502920" cy="50292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20840" y="5038344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2–3 more NSE-listed companies to confirm the pipeline generalizes beyond INFY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FinQuery — Milestone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SPLIT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Corpus, Evaluation &amp; Leakage Control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RAG knowledge corpus, not a labeled training set — a conventional train / val / test split doesn't apply in the usual sense. Instead: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6712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87752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accepted documents are embedded and indexed — this forms the retrieval knowledge base.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216712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Query Set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587752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question–answer pairs written against specific source documents — created only after the corpus is finalized.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36168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Check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782312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at document level (source_url / filename). A document seeding an eval question is never also claimed as “unseen” later. Chunk-level splitting is avoided — chunks from one document are highly correlated.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436168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Holdout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4782312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multi-year data is available, the most recent reporting period will be held out from corpus construction to test recency-sensitive queries.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FinQuery — Milestone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CROSS-SOURCE ALIGNMENT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Sources, One Retrieval Index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91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NSE Filings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2148840"/>
            <a:ext cx="1188720" cy="0"/>
          </a:xfrm>
          <a:prstGeom prst="line">
            <a:avLst/>
          </a:prstGeom>
          <a:noFill/>
          <a:ln w="19050">
            <a:solidFill>
              <a:srgbClr val="5B6B9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40080" y="2807208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807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Infosys IR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3264408"/>
            <a:ext cx="1188720" cy="0"/>
          </a:xfrm>
          <a:prstGeom prst="line">
            <a:avLst/>
          </a:prstGeom>
          <a:noFill/>
          <a:ln w="19050">
            <a:solidFill>
              <a:srgbClr val="5B6B9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0080" y="3922776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922776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(Yahoo)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4379976"/>
            <a:ext cx="1188720" cy="0"/>
          </a:xfrm>
          <a:prstGeom prst="line">
            <a:avLst/>
          </a:prstGeom>
          <a:noFill/>
          <a:ln w="19050">
            <a:solidFill>
              <a:srgbClr val="5B6B94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" y="5038344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5038344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Broker Reports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83280" y="5495544"/>
            <a:ext cx="1188720" cy="0"/>
          </a:xfrm>
          <a:prstGeom prst="line">
            <a:avLst/>
          </a:prstGeom>
          <a:noFill/>
          <a:ln w="19050">
            <a:solidFill>
              <a:srgbClr val="5B6B94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709160" y="233172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EEF3FE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2468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METADATA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8346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Symbol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05409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INFY — constant now, keys multi-company expansion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345643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67588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Filing/publication date, normalized for time-ranged &amp; “as of” queries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407822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4297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category / earnings call / news / broker — filterable at retrieval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01000" y="3520440"/>
            <a:ext cx="914400" cy="0"/>
          </a:xfrm>
          <a:prstGeom prst="line">
            <a:avLst/>
          </a:prstGeom>
          <a:noFill/>
          <a:ln w="19050">
            <a:solidFill>
              <a:srgbClr val="5B6B9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006840" y="23317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006840" y="2331720"/>
            <a:ext cx="2606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further task-specific alignment (e.g. joint labels) is needed — all sources feed the same retrieval task.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FinQuery — Milestone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DOCUMENT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Assessing Relevance, Quality &amp; Sufficiency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063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a sample as HIGH / MID / LOW using domain knowledge, extracted metadata, designed a relevance-index, then classified the entire repository — keeping only HIGH / MID scoring documents.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874520"/>
            <a:ext cx="594360" cy="59436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99432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9432" y="3063240"/>
            <a:ext cx="3063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10+ news sources; many (even credible outlets like moneycontrol.com) were noisy, irrelevant or misleading. Excluded them in favor of more credible sources like Yahoo Finance.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874520"/>
            <a:ext cx="594360" cy="59436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75904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Sufficiency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75904" y="3063240"/>
            <a:ext cx="3063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reports/updates were plentiful, but brokerage reports were scarce. Widened the brokerage consideration set while capping NSE updates strictly within one year.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50749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these steps, we plan to further improve data quality by examining live RAG output — evaluated using the RAGAS framework.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FinQuery — Milestone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DOCUMENT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NSE Filtering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8884" y="17830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8612" y="1911096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NSE Metadata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8612" y="2532888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records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(1-yr sample)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34844" y="21945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90876" y="17830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0604" y="1911096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+ Keyword Filter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00604" y="2532888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67 / reject 95 / review 78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56836" y="21945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12868" y="17830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22596" y="1911096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Docling: PDF → Markdown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22596" y="2532888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 full-history files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78828" y="21945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34860" y="17830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44588" y="1911096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at Corpus Scale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44588" y="2532888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108 / review 115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300820" y="21945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56852" y="17830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66580" y="1911096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Content Review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66580" y="2532888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accept / 43 reject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NSE RAG corpus = 108 (rule-kept) + 72 (LLM-accepted) = 180 documents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" y="4242816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Infosys IR PDFs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" y="4590288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download → Docling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" y="5138928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documents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69080" y="41148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33672" y="4242816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Yahoo Finance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33672" y="4590288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discovery + manual PDF → ChatGPT summarize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33672" y="5138928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documents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89520" y="41148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754112" y="4242816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Trendlyne Reports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54112" y="4590288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download → ChatGPT summarize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54112" y="5138928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documents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464040" y="41148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464040" y="42062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+ 16 + 6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464040" y="48463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207 total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FinQuery — Milestone 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DOCUMENT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Strategy — Planned &amp; Analysed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516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16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709928"/>
            <a:ext cx="2926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Baseline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17720" y="1691640"/>
            <a:ext cx="6812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Section/heading-aware chunking on Markdown structure, with recursive token-bounded sub-chunking (~500–800 tokens, overlap) for long sections; financial tables chunked separately. Every chunk retains source metadata (URL, doc type, date, page) for citation.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9806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4952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495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2907792"/>
            <a:ext cx="2926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NSE Reports (200+ docs)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889504"/>
            <a:ext cx="6812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 — benefits from the variable length and context of NSE filings across a sufficiently large volume.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9592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4738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473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105656"/>
            <a:ext cx="2926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Reports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4087368"/>
            <a:ext cx="6812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 chunking — best suited to the uniform, structured, tabulated and number-heavy format of quarterly reports.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19379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4452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452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5303520"/>
            <a:ext cx="2926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Earnings Calls &amp; Transcripts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5285232"/>
            <a:ext cx="6812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chunking, possibly with context enrichment — matches the conversational, interview-style structure of transcripts.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FinQuery — Milestone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DOCUMENT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 Options (Proposed)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CANDIDATE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 or Chroma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metadata-filterable vector stores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to the current corpus size and the Streamlit demo scope carried over from Milestone-1. Supports metadata filtering by symbol, date, and document type out of the box.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5212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choice to be validated in Milestone-3.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19659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B6B94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9659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0" y="2514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 / Pinecone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83680" y="3017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vector database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0" y="35204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 reserve for the point the corpus scales to many companies — where a managed, horizontally-scalable index outweighs the simplicity of a local store.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FinQuery — Milestone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REPRODUCIBILITY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 — Script by Script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0" y="14173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/ NOTEBOOK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14173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64792"/>
            <a:ext cx="11064240" cy="457200"/>
          </a:xfrm>
          <a:prstGeom prst="rect">
            <a:avLst/>
          </a:prstGeom>
          <a:solidFill>
            <a:srgbClr val="EEF3F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647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NSE filings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7647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download_nse_filings.ipynb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8412480" y="17647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announcements_metadata-last-year.json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22219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announcements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22219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pdf_seperate.py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8412480" y="22219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keep.json / reject.json / review.json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2679192"/>
            <a:ext cx="11064240" cy="457200"/>
          </a:xfrm>
          <a:prstGeom prst="rect">
            <a:avLst/>
          </a:prstGeom>
          <a:solidFill>
            <a:srgbClr val="EEF3F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791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reduced file lists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26791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create_keep_file_list.py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8412480" y="26791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keep-file-list.json, review-file-list.json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3136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NSE PDFs → Markdown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31363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NSE_PDFs_Extraction_and_Conversion_to_MD.ipynb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8412480" y="31363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data/nse_files/final/*.md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3593592"/>
            <a:ext cx="11064240" cy="457200"/>
          </a:xfrm>
          <a:prstGeom prst="rect">
            <a:avLst/>
          </a:prstGeom>
          <a:solidFill>
            <a:srgbClr val="EEF3FE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5935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/ sort Markdown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0" y="35935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rename_markdown_from_source_url.py + copy_markdown_file_lists.py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8412480" y="35935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data/nse_files/keep/, /review/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40507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content review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40507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review-files-using-codex.txt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8412480" y="40507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metadata/processed/review_decisions.json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4507992"/>
            <a:ext cx="11064240" cy="457200"/>
          </a:xfrm>
          <a:prstGeom prst="rect">
            <a:avLst/>
          </a:prstGeom>
          <a:solidFill>
            <a:srgbClr val="EEF3FE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5079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Infosys IR material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0" y="45079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Earning_calls_and_quarterly_updates_parsing.ipynb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8412480" y="45079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data/infosys_earning_calls.../*.md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" y="49651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Yahoo Finance news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0" y="49651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download_yfinance_articles.ipynb + manual + ChatGPT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8412480" y="49651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data/yfinance/pdfs/, /mds/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8640" y="5422392"/>
            <a:ext cx="11064240" cy="457200"/>
          </a:xfrm>
          <a:prstGeom prst="rect">
            <a:avLst/>
          </a:prstGeom>
          <a:solidFill>
            <a:srgbClr val="EEF3FE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5422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Trendlyne reports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40480" y="54223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 download + ChatGPT summarization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8412480" y="54223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data/trendlyne/pdfs/, /mds/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8640" y="595274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scripts/notebooks are committed under datapreparation/; raw PDFs and Markdown conversions under data/ — the corpus is reproducible without re-scraping.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Reproducible, Multi-Source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for FinQuery's RAG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5146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documents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23774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5146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29000" y="3200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sources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5146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17920" y="3200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filings in RAG corpus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06840" y="23774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F153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06840" y="25146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06840" y="3200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pipeline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 TO MILESTONE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599432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45312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evaluation query set and run RAGAS-based retrieval evaluation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102352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95604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chunking implementation and index into FAISS / Chroma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605272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45896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corpus temporally and to 2–3 additional NSE-listed companies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06  ·  FinQuery  ·  Data Science and AI Lab, T2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2026-07-09T18:03:18Z</dcterms:created>
  <dcterms:modified xsi:type="dcterms:W3CDTF">2026-07-09T18:03:18Z</dcterms:modified>
</cp:coreProperties>
</file>