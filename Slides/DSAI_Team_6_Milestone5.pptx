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MILESTONE 5 — RAG EVALUATION &amp;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Arial"/>
              </a:rPr>
              <a:t>FinQuery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Arial"/>
              </a:rPr>
              <a:t>Metadata-aware retrieval, reranking, and answer-quality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Team 06 — IIT Madras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640080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Akbar Ali — 23f1002997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Gurram Sai Sri Ram Hruthik — 22f3001648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NandanReddy Parnapalli — 22f3002857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Shubham Gattani — 21f3002082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Shubhashish Biswas — 21f1001460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PROJECT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What Changed in Milestone 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3200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3200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5212080" cy="2926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Section-aware chunking for long NSE and Infosys IR documents into 1,500–2,500 token chunks.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New section cleaning prompt with stronger table summarization and semantic YAML metadata.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Full corpus re-embedding after YAML quoting fixes: 1,877 Markdown documents re-indexed.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Metadata-only retrieval pipeline embedding only generated YAML metadata (section_title, section_description, topics, sample_queries).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Lightweight cross-encoder reranking stage added on top of metadata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4754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1,500–2,500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preferred chunk token range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0" y="4754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3756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3,000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hard max tokens per chunk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0" y="4754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20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1,877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documents re-embedded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69680" y="475488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4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1,875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metadata docs embedded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Previous-Milestone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13990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173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Clean source financial documents into Markdown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194767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6596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Embed each document using OpenAI text-embedding-3-small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242316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249631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51460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Store embeddings, text and filenames in ChromaDB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7180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297180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304495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06324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Embed the user question and retrieve nearest documents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20439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352043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3593591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611879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Optionally apply HyDE or cross-encoder reranking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6908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" y="41422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1605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Send top-3 contexts to gpt-4o-mini for grounded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132588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Milestone 4 Baseline Results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035040" y="1600200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Latency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6.251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HyDE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9.320 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BGE reranking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245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6035040" y="3749039"/>
            <a:ext cx="5943600" cy="7315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72200" y="3822191"/>
            <a:ext cx="566928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Milestone 5 extends this baseline with section-aware chunking and metadata-only retrieval, achieving 88% Recall@7 at 3.173 s — 78× faster than BGE reranking on CPU.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Single 50-Question Evaluation Dataset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Source Category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Questions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NSE documents ≤ 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NSE documents &gt; 10 pages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Infosys IR (earnings calls / press conf)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Trendlyne analyst reports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Yahoo Finance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35040" y="1325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35040" y="1325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99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67B1"/>
                </a:solidFill>
                <a:latin typeface="Arial"/>
              </a:rPr>
              <a:t>Ground-Truth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37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Full relative file paths (e.g., data/nse_files_final/…/group_001.md) eliminate ambiguity between repeated chunk filenames.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468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35040" y="2468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2542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Strict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Recall@k is exact: a question is correct only if the expected source document appears in the top-k retrieved results.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611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3611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3685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Arial"/>
              </a:rPr>
              <a:t>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023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Dataset mirrors the corpus composition: 24 short NSE press releases, 10 long NSE sections, 10 IR quarterly chunks, and 6 external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Configuration Used for Milestone 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Embedding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OpenAI text-embedding-3-small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Answer-generation model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OpenAI gpt-4o-mini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embeddings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text-embedding-3-small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Full-text BGE reranker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BAAI/bge-reranker-v2-m3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 cross-encoder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cross-encoder/ms-marco-MiniLM-L-6-v2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Vector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ChromaDB persistent collections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GPU runtime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Google Colab T4 GPU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Local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Python virtual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1,877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full-text Markdown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0" y="557784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3756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1,875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metadata-only embeddings (2 skipped)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Chroma-Only vs BGE Reranking (Full-Text Corpus)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430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R@9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Avg Latency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6.251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BGE reranking (CPU)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35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486 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3291840"/>
            <a:ext cx="64008" cy="12801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+6 to +16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BGE reranking improved over Chroma-only by 6, 8, 10, and 16 percentage points at Recall@3, @5, @7, @9.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0" y="3291840"/>
            <a:ext cx="64008" cy="12801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5196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Arial"/>
              </a:rPr>
              <a:t>486 s CPU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BGE reranking averaged 486 seconds per question on CPU — too slow for interactive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63840" y="3291840"/>
            <a:ext cx="64008" cy="1280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0100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3.7 s GPU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On a Colab T4 GPU the same pipeline averaged only 3.695 seconds end-to-end, making it practical.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Metadata-Only Retrieval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303520" cy="22860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2286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What Gets Embedded (per chunk)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801368"/>
            <a:ext cx="64008" cy="73152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67B1"/>
                </a:solidFill>
                <a:latin typeface="Arial"/>
              </a:rPr>
              <a:t>section_title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The section heading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71800" y="1801368"/>
            <a:ext cx="64008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Arial"/>
              </a:rPr>
              <a:t>section_description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One-sentence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51760"/>
            <a:ext cx="64008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Arial"/>
              </a:rPr>
              <a:t>topics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06324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Comma-separated topic list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971800" y="2651760"/>
            <a:ext cx="64008" cy="7315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0896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D5BD0"/>
                </a:solidFill>
                <a:latin typeface="Arial"/>
              </a:rPr>
              <a:t>sample_queries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06324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3–5 example questions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32588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26480" y="1417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Pipeline A — No Reranking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1828800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CADCFC"/>
                </a:solidFill>
                <a:latin typeface="Arial"/>
              </a:rPr>
              <a:t>1. Embed query with text-embedding-3-small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2. Retrieve top-10 from metadata_embeddings collection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3. Read top-3 document bodies from disk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4. gpt-4o-mini generates grounded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324612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Latency: 0.478 s   Recall@7: 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79476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388620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Pipeline B — With Cross-Encoder Reranking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315968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CADCFC"/>
                </a:solidFill>
                <a:latin typeface="Arial"/>
              </a:rPr>
              <a:t>1. Embed query with text-embedding-3-small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2. Retrieve top-20 from metadata_embeddings collection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3. Cross-encoder (ms-marco-MiniLM-L-6-v2) re-scores all 20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4. Read top-3 reranked document bodies from disk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5. gpt-4o-mini generates grounded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71500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Latency: 3.173 s   Recall@7: 88%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Metadata-Only Retrieval Performance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430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Avg Latency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0.478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+ cross-encoder rerank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20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3.173 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329184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+34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Better Recall@3 vs Chroma-only baseline (74% vs 40%)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0" y="3291840"/>
            <a:ext cx="64008" cy="132588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3756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+24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Better Recall@7 vs BGE reranking (88% vs 64%)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329184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20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13× faster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Metadata-only vs full-text Chroma pipeline (0.478 s vs 6.251 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69680" y="3291840"/>
            <a:ext cx="64008" cy="132588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77× faster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Metadata+rerank vs CPU BGE reranking (3.173 s vs 245 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Where Metadata + Reranking Works Best</a:t>
            </a:r>
          </a:p>
        </p:txBody>
      </p:sp>
      <p:pic>
        <p:nvPicPr>
          <p:cNvPr id="9" name="Picture 8" descr="milestone5-category-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772400" cy="4389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2024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NSE ≤10 pages and Yahoo Finance — perfect at all recall levels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78892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278892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286207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383279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Trendlyne — limited by competing quarterly reports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425196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21040" y="4251960"/>
            <a:ext cx="64008" cy="1325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432511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Arial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8463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Infosys IR Recall@3 — quarterly docs share identical YAML vocabulary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Recall@k Across All Retrieval Pipelines</a:t>
            </a:r>
          </a:p>
        </p:txBody>
      </p:sp>
      <p:pic>
        <p:nvPicPr>
          <p:cNvPr id="9" name="Picture 8" descr="milestone5-recal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8686800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235440" y="1325880"/>
            <a:ext cx="2743200" cy="16459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0" y="14173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Best at every cutoff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810512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Metadata + rerank dominates: 74% → 82% → 88%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235440" y="3108960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72600" y="318211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Arial"/>
              </a:rPr>
              <a:t>Chroma-only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40% → 50% → 54%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16052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235440" y="4160520"/>
            <a:ext cx="64008" cy="914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72600" y="423367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BGE reranking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54456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58% → 64% → 64%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EXPERIMENT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T4 GPU Full-Text BGE Score-Weight Sweep</a:t>
            </a:r>
          </a:p>
        </p:txBody>
      </p:sp>
      <p:pic>
        <p:nvPicPr>
          <p:cNvPr id="9" name="Picture 8" descr="milestone5-gpu-weight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8046720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95360" y="132588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20" y="14173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Best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78308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Body=0.0 / Metadata=1.0 gives best Recall@3 (42%) and Recall@9 (54%)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83464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32520" y="2926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Why Metadata Wins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29184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Document bodies contain boilerplate and heterogeneous text. Metadata is shorter and more aligned with question intent.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4343400"/>
            <a:ext cx="3383280" cy="8229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95360" y="4343400"/>
            <a:ext cx="64008" cy="8229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43891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3.278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80060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mean reranking time on T4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ANSWER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RAGAS Evaluation — Pipeline 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6217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Property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>
                    <a:solidFill>
                      <a:srgbClr val="141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 investor-oriented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top-10 → top-3 context → gpt-4o-mini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Answer-generation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LLM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embeddings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text-embedding-3-small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Reference answers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Human-reviewed grounded answers</a:t>
                      </a:r>
                    </a:p>
                  </a:txBody>
                  <a:tcPr>
                    <a:solidFill>
                      <a:srgbClr val="E8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40880" y="1325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040880" y="1325880"/>
            <a:ext cx="64008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1399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563EB"/>
                </a:solidFill>
                <a:latin typeface="Arial"/>
              </a:rPr>
              <a:t>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764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Are all answer claims supported by the retrieved context? Scores unsupported additions as failures.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468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40880" y="2468880"/>
            <a:ext cx="64008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2542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6A34A"/>
                </a:solidFill>
                <a:latin typeface="Arial"/>
              </a:rPr>
              <a:t>context_precision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907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Are the retrieved documents relevant to the question? High score = low noise in context.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3611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40880" y="3611880"/>
            <a:ext cx="64008" cy="10515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23760" y="3685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F97316"/>
                </a:solidFill>
                <a:latin typeface="Arial"/>
              </a:rPr>
              <a:t>context_recall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050791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Does the retrieved context contain all information needed for the reference answer?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754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040880" y="475488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0" y="4828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7C3AED"/>
                </a:solidFill>
                <a:latin typeface="Arial"/>
              </a:rPr>
              <a:t>answer_relevancy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193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Does the generated answer actually address the question? (Can under-score long faithful answers.)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ANSWER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Pipeline A RAGAS Scores</a:t>
            </a:r>
          </a:p>
        </p:txBody>
      </p:sp>
      <p:pic>
        <p:nvPicPr>
          <p:cNvPr id="9" name="Picture 8" descr="milestone5-ragas-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772400" cy="4937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64008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563EB"/>
                </a:solidFill>
                <a:latin typeface="Arial"/>
              </a:rPr>
              <a:t>0.8929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2024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578608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2578608"/>
            <a:ext cx="64008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C3AED"/>
                </a:solidFill>
                <a:latin typeface="Arial"/>
              </a:rPr>
              <a:t>0.8439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72968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answer relevancy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31336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21040" y="3831336"/>
            <a:ext cx="64008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39044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6A34A"/>
                </a:solidFill>
                <a:latin typeface="Arial"/>
              </a:rPr>
              <a:t>0.9683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425696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context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5084064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21040" y="5084064"/>
            <a:ext cx="64008" cy="11155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200" y="5157216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97316"/>
                </a:solidFill>
                <a:latin typeface="Arial"/>
              </a:rPr>
              <a:t>0.8725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5678424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context recall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QUALITATIVE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Representative Success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325880"/>
            <a:ext cx="54864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ID 9 — Q3 FY26 Earnings Call (IR)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417320"/>
            <a:ext cx="201168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4904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was the TCV of large deals Infosys closed in Q3 FY26 and net-new share?
A: $4.8 billion, with 57% net new business.
✓ Perfect match — single factual query, distinctive metadata.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64008" cy="2148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00" cy="54864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67B1"/>
                </a:solidFill>
                <a:latin typeface="Arial"/>
              </a:rPr>
              <a:t>ID 22 — Infosys–Intel Partnership (NSE ≤10)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1417320"/>
            <a:ext cx="2011680" cy="29260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5548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is the strategic rationale behind Infosys and Intel deepening their partnership?
A: Facilitate enterprises' transition from AI pilots to large-scale production deployments.
✓ Unique partner name in metadata → ranked 1st.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3611880"/>
            <a:ext cx="64008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5760" y="361188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Arial"/>
              </a:rPr>
              <a:t>ID 17 — September 2025 Buyback (NSE ≤10)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3703320"/>
            <a:ext cx="2011680" cy="2926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4904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Buyback size, price per share, and shares proposed for repurchase?
A: ₹18,000 crore at ₹1,800/share; 10,00,00,000 shares.
✓ Only document in corpus with this specific buyback — unambiguous retrieval.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72200" y="3611880"/>
            <a:ext cx="64008" cy="2148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72200" y="3611880"/>
            <a:ext cx="5486400" cy="5486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D5BD0"/>
                </a:solidFill>
                <a:latin typeface="Arial"/>
              </a:rPr>
              <a:t>ID 24 — Bank CTBC Finacle (NSE ≤10)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3703320"/>
            <a:ext cx="2011680" cy="2926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5548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benefits is Bank CTBC Indonesia gaining from Infosys Finacle on cloud?
A: 6 benefits correctly listed: scalability, faster innovation, 300%+ efficiency gain, etc.
✓ Unique bank name ensures first-rank retrieval.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QUALITATIVE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Where the Pipeline Still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8961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39903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Arial"/>
              </a:rPr>
              <a:t>ID 46 — Wrong Document / Wrong 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0" y="1399032"/>
            <a:ext cx="1234440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61320" y="14173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76479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Answer: $14.9B (FY26 value). Reference: $11.6B (FY24-25). FY26 document ranked #1; correct AGM transcript was at rank 3. Both share identical YAML vocabulary — only body numbers differ.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3172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64008" cy="89611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40487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Arial"/>
              </a:rPr>
              <a:t>ID 15 — Multi-Chunk Fragmentation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2404872"/>
            <a:ext cx="123444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1320" y="24231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7063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Listed 3 third-party recognitions; reference had 8. Evidence split across two chunks of the same press release (group_001 and group_002). Only group_002 was retrieved in top-3.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3756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337560"/>
            <a:ext cx="64008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41071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Arial"/>
              </a:rPr>
              <a:t>ID 13 — LLM Over-Elaboration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3410712"/>
            <a:ext cx="12344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61320" y="34290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F: 0.40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77647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Context: competitive pressure → clients get productivity gains. Model added 'sharing philosophy', 'greater impact', 'client satisfaction' — unsupported by context. Faithfulness = 0.40 despite perfect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4343400"/>
            <a:ext cx="64008" cy="896112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41655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67B1"/>
                </a:solidFill>
                <a:latin typeface="Arial"/>
              </a:rPr>
              <a:t>ID 8 — RAGAS Metric Artefact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4416552"/>
            <a:ext cx="1234440" cy="3200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44348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AR: 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78231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Answer is faithful and correct. RAGAS answer_relevancy = 0.00 because the LLM generated a long multi-clause answer, causing synthetic questions to diverge from the original question vector.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34924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5349240"/>
            <a:ext cx="64008" cy="896112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42239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6478"/>
                </a:solidFill>
                <a:latin typeface="Arial"/>
              </a:rPr>
              <a:t>ID 34 — Vocabulary Collision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0" y="5422392"/>
            <a:ext cx="1234440" cy="320040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61320" y="544068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CR: 0.00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78815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Reference: '77% reported financial loss, 53% reputational damage.' Pipeline retrieved Form 20-F risk sections (generic AI risk language) instead of the specific Responsible AI press release with exact statistics.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ERROR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Patterns in Model Mistakes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1051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  <a:latin typeface="Arial"/>
              </a:rPr>
              <a:t>IR Quarterly Ambiguity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Q1–Q4 earnings calls, press conferences, and fact sheets share YAML terms (revenue guidance, operating margin, large-deal TCV). Metadata embedding retrieves the wrong quarter, causing the LLM to state the wrong number.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64008" cy="1051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97706"/>
                </a:solidFill>
                <a:latin typeface="Arial"/>
              </a:rPr>
              <a:t>Multi-Chunk Fragmentation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List-style questions whose evidence spans multiple chunks of one document are answered incompletely. Retrieving group_002 does not guarantee group_001 is also included in the top-3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70332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77647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Arial"/>
              </a:rPr>
              <a:t>LLM Over-Elaboration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42231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When the context states a brief one-sentence reason, gpt-4o-mini adds plausible but ungrounded justifications. RAGAS faithfulness penalizes each unentailed claim.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60" y="1325880"/>
            <a:ext cx="64008" cy="10515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67B1"/>
                </a:solidFill>
                <a:latin typeface="Arial"/>
              </a:rPr>
              <a:t>RAGAS Answer-Relevancy Artefact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Long, multi-clause answers generate synthetic questions that do not reconstruct the original. Cosine similarity falls near zero even when the answer is correct and faithful.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80760" y="2514600"/>
            <a:ext cx="64008" cy="1051560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B6478"/>
                </a:solidFill>
                <a:latin typeface="Arial"/>
              </a:rPr>
              <a:t>Temporal Disambiguation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Adjacent fiscal years share identical YAML vocabulary; only the body text contains the differentiating number. The metadata pipeline cannot distinguish FY24-25 from FY25-26.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Key Observations &amp; Recommended Direction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6400800" cy="41148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4114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59436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Key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10512"/>
            <a:ext cx="5943600" cy="34747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Metadata-only embedding: 74% Recall@3 at 0.478 s — 13× faster than baseline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Cross-encoder reranking: improves Recall@7 to 88% with 3.173 s total latency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Pipeline A RAGAS: faithfulness 0.89, context precision 0.97, context recall 0.87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T4 GPU reduces BGE reranking to 3.278 s — matching metadata cross-encoder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Metadata-heavy BGE scoring (body=0.0) gives best full-text recall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Infosys IR is the hardest category: Recall@3 only 10%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325880"/>
            <a:ext cx="4937760" cy="192024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14173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Limitations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IR quarterly disambiguation requires body-text or explicit YAML fields (quarter, fiscal year)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List-style questions need adjacent-chunk co-retrieval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Pipeline B RAGAS evaluation not yet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383280"/>
            <a:ext cx="4937760" cy="2057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040880" y="3383280"/>
            <a:ext cx="64008" cy="2057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3474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Best Speed-Quality Tradeoff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858768"/>
            <a:ext cx="4663440" cy="1463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Metadata-only retrieval + lightweight cross-encoder reranking gives the strongest Recall@7 (88%), keeps latency practical (3.173 s), and performs especially well on documents with distinctive semantic metadata.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5559552"/>
            <a:ext cx="493776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5605272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Arial"/>
              </a:rPr>
              <a:t>Next: Add fiscal_year and quarter fields to IR YAML metadata to resolve quarterly ambiguity.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2006</Words>
  <Application>Microsoft Office PowerPoint</Application>
  <PresentationFormat>Widescreen</PresentationFormat>
  <Paragraphs>342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Shubham Gattani</cp:lastModifiedBy>
  <cp:revision>2</cp:revision>
  <dcterms:created xsi:type="dcterms:W3CDTF">2013-01-27T09:14:16Z</dcterms:created>
  <dcterms:modified xsi:type="dcterms:W3CDTF">2026-08-06T18:47:21Z</dcterms:modified>
  <cp:category/>
</cp:coreProperties>
</file>