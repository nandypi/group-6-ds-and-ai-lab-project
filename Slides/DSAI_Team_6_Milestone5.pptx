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822960"/>
            <a:ext cx="4389120" cy="53035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MILESTONE 5 — RAG EVALUATION &amp;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94360"/>
            <a:ext cx="685800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Arial"/>
              </a:rPr>
              <a:t>FinQuery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685800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Arial"/>
              </a:rPr>
              <a:t>Metadata-aware retrieval, reranking, and answer-quality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Team 06 — IIT Madras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640080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Akbar Ali — 23f1002997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Gurram Sai Sri Ram Hruthik — 22f3001648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NandanReddy Parnapalli — 22f3002857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Shubham Gattani — 21f3002082</a:t>
            </a:r>
          </a:p>
          <a:p>
            <a:pPr algn="l"/>
            <a:r>
              <a:rPr sz="1100">
                <a:solidFill>
                  <a:srgbClr val="CADCFC"/>
                </a:solidFill>
                <a:latin typeface="Arial"/>
              </a:rPr>
              <a:t>Shubhashish Biswas — 21f1001460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0058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Key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371600"/>
            <a:ext cx="4023360" cy="12801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974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Arial"/>
              </a:rPr>
              <a:t>Recall@7 with metadata-only
retrieval + reranking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38328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3.173 s average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PROJECT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What Changed in Milestone 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3200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3200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5212080" cy="2926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Section-aware chunking for long NSE and Infosys IR documents into 1,500–2,500 token chunks.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New section cleaning prompt with stronger table summarization and semantic YAML metadata.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Full corpus re-embedding after YAML quoting fixes: 1,877 Markdown documents re-indexed.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Metadata-only retrieval pipeline embedding only generated YAML metadata (section_title, section_description, topics, sample_queries).</a:t>
            </a:r>
          </a:p>
          <a:p>
            <a:pPr algn="l">
              <a:spcAft>
                <a:spcPts val="400"/>
              </a:spcAft>
            </a:pPr>
            <a:r>
              <a:rPr sz="1150">
                <a:solidFill>
                  <a:srgbClr val="1A1A2E"/>
                </a:solidFill>
                <a:latin typeface="Arial"/>
              </a:rPr>
              <a:t>• Lightweight cross-encoder reranking stage added on top of metadata retrieval.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754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1,500–2,500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preferred chunk token range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4754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3,000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hard max tokens per chunk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5040" y="4754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1,877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documents re-embedded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475488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75488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4800600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1,875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532180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metadata docs embedded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Previous-Milestone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3990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4173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Clean source financial documents into Markdown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87451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194767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196596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Embed each document using OpenAI text-embedding-3-small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23160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42316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249631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51460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Store embeddings, text and filenames in ChromaDB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7180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297180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04495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306324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Embed the user question and retrieve nearest documents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520439"/>
            <a:ext cx="5303520" cy="47548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520439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593591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611879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Optionally apply HyDE or cross-encoder reranking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69080"/>
            <a:ext cx="5303520" cy="47548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069080"/>
            <a:ext cx="320040" cy="47548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4142232"/>
            <a:ext cx="283464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160520"/>
            <a:ext cx="475488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Send top-3 contexts to gpt-4o-mini for grounded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1325880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Milestone 4 Baseline Results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035040" y="1600200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685800"/>
                <a:gridCol w="685800"/>
                <a:gridCol w="685800"/>
                <a:gridCol w="9601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Latency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Chroma-only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6.251 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HyDE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9.320 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BGE reranking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25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245 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6035040" y="3749039"/>
            <a:ext cx="5943600" cy="7315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3822191"/>
            <a:ext cx="5669280" cy="594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Milestone 5 extends this baseline with section-aware chunking and metadata-only retrieval, achieving 88% Recall@7 at 3.173 s — 78× faster than BGE reranking on CPU.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BENCHMARK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Single 50-Question Evaluation Dataset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Source Category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Questions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NSE documents ≤ 10 pages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NSE documents &gt; 10 pages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Infosys IR (earnings calls / press conf)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Trendlyne analyst reports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Yahoo Finance articles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35040" y="1325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325880"/>
            <a:ext cx="64008" cy="1005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399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67B1"/>
                </a:solidFill>
                <a:latin typeface="Arial"/>
              </a:rPr>
              <a:t>Ground-Truth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737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Full relative file paths (e.g., data/nse_files_final/…/group_001.md) eliminate ambiguity between repeated chunk filenames.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468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46888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542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Strict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880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Recall@k is exact: a question is correct only if the expected source document appears in the top-k retrieved results.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611880"/>
            <a:ext cx="594360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3611880"/>
            <a:ext cx="64008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68503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Arial"/>
              </a:rPr>
              <a:t>Distribution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023360"/>
            <a:ext cx="5577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Dataset mirrors the corpus composition: 24 short NSE press releases, 10 long NSE sections, 10 IR quarterly chunks, and 6 external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Configuration Used for Milestone 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589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Embedding model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OpenAI text-embedding-3-small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Answer-generation model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OpenAI gpt-4o-mini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LLM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embeddings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text-embedding-3-small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Full-text BGE reranker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BAAI/bge-reranker-v2-m3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 cross-encoder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cross-encoder/ms-marco-MiniLM-L-6-v2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Vector database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ChromaDB persistent collections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GPU runtime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Google Colab T4 GPU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Local runtime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Python virtual environment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5577840"/>
            <a:ext cx="64008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1,877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full-text Markdown embeddings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577840"/>
            <a:ext cx="2560320" cy="1005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5577840"/>
            <a:ext cx="64008" cy="1005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5623559"/>
            <a:ext cx="237743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1,875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6144768"/>
            <a:ext cx="2377439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metadata-only embeddings (2 skipped)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Chroma-Only vs BGE Reranking (Full-Text Corpus)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430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371600"/>
                <a:gridCol w="1371600"/>
                <a:gridCol w="1371600"/>
                <a:gridCol w="1828800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R@9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Avg Latency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Chroma-only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6.251 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BGE reranking (CPU)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35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486 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291840"/>
            <a:ext cx="64008" cy="12801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+6 to +16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BGE reranking improved over Chroma-only by 6, 8, 10, and 16 percentage points at Recall@3, @5, @7, @9.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0" y="3291840"/>
            <a:ext cx="64008" cy="12801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6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Arial"/>
              </a:rPr>
              <a:t>486 s CPU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BGE reranking averaged 486 seconds per question on CPU — too slow for interactive use.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3291840"/>
            <a:ext cx="3566160" cy="12801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3291840"/>
            <a:ext cx="64008" cy="12801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3364992"/>
            <a:ext cx="3383279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3.7 s GPU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886200"/>
            <a:ext cx="3383279" cy="61264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On a Colab T4 GPU the same pipeline averaged only 3.695 seconds end-to-end, making it practical.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Metadata-Only Retrieval Pipeline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303520" cy="22860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2286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What Gets Embedded (per chunk)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801368"/>
            <a:ext cx="64008" cy="73152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67B1"/>
                </a:solidFill>
                <a:latin typeface="Arial"/>
              </a:rPr>
              <a:t>section_title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The section heading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1801368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71800" y="1801368"/>
            <a:ext cx="64008" cy="7315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1847088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Arial"/>
              </a:rPr>
              <a:t>section_description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2128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One-sentence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651760"/>
            <a:ext cx="64008" cy="7315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Arial"/>
              </a:rPr>
              <a:t>topics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06324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Comma-separated topic list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2651760"/>
            <a:ext cx="2286000" cy="73152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71800" y="2651760"/>
            <a:ext cx="64008" cy="7315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2697479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D5BD0"/>
                </a:solidFill>
                <a:latin typeface="Arial"/>
              </a:rPr>
              <a:t>sample_queries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063240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B6478"/>
                </a:solidFill>
                <a:latin typeface="Arial"/>
              </a:rPr>
              <a:t>3–5 example questions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32588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0" y="1417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Pipeline A — No Reranking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1828800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CADCFC"/>
                </a:solidFill>
                <a:latin typeface="Arial"/>
              </a:rPr>
              <a:t>1. Embed query with text-embedding-3-small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2. Retrieve top-10 from metadata_embeddings collection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3. Read top-3 document bodies from disk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4. gpt-4o-mini generates grounded answer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324612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Latency: 0.478 s   Recall@7: 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794760"/>
            <a:ext cx="5943600" cy="22860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388620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Pipeline B — With Cross-Encoder Reranking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315968"/>
            <a:ext cx="530352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00">
                <a:solidFill>
                  <a:srgbClr val="CADCFC"/>
                </a:solidFill>
                <a:latin typeface="Arial"/>
              </a:rPr>
              <a:t>1. Embed query with text-embedding-3-small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2. Retrieve top-20 from metadata_embeddings collection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3. Cross-encoder (ms-marco-MiniLM-L-6-v2) re-scores all 20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4. Read top-3 reranked document bodies from disk</a:t>
            </a:r>
          </a:p>
          <a:p>
            <a:r>
              <a:rPr sz="1000">
                <a:solidFill>
                  <a:srgbClr val="CADCFC"/>
                </a:solidFill>
                <a:latin typeface="Arial"/>
              </a:rPr>
              <a:t>5. gpt-4o-mini generates grounded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571500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Latency: 3.173 s   Recall@7: 88%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Metadata-Only Retrieval Performance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11430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371600"/>
                <a:gridCol w="1371600"/>
                <a:gridCol w="1371600"/>
                <a:gridCol w="1371600"/>
                <a:gridCol w="24688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Pool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R@3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R@5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R@7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Avg Latency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embedding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10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0.478 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+ cross-encoder rerank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Top 20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82%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88%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3.173 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6576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329184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+34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Better Recall@3 vs Chroma-only baseline (74% vs 40%)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3291840"/>
            <a:ext cx="64008" cy="132588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+24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Better Recall@7 vs BGE reranking (88% vs 64%)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329184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13× faster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Metadata-only vs full-text Chroma pipeline (0.478 s vs 6.251 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9680" y="3291840"/>
            <a:ext cx="265176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9680" y="3291840"/>
            <a:ext cx="64008" cy="132588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3364992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D5BD0"/>
                </a:solidFill>
                <a:latin typeface="Arial"/>
              </a:rPr>
              <a:t>77× faster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388620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Metadata+rerank vs CPU BGE reranking (3.173 s vs 245 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Where Metadata + Reranking Works Best</a:t>
            </a:r>
          </a:p>
        </p:txBody>
      </p:sp>
      <p:pic>
        <p:nvPicPr>
          <p:cNvPr id="9" name="Picture 8" descr="milestone5-category-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7772400" cy="4389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64008" cy="1325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7D32"/>
                </a:solidFill>
                <a:latin typeface="Arial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2024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NSE ≤10 pages and Yahoo Finance — perfect at all recall levels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78892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2788920"/>
            <a:ext cx="64008" cy="13258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86207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Arial"/>
              </a:rPr>
              <a:t>67%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383279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Trendlyne — limited by competing quarterly reports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4251960"/>
            <a:ext cx="3657600" cy="132588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4251960"/>
            <a:ext cx="64008" cy="13258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32511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C2626"/>
                </a:solidFill>
                <a:latin typeface="Arial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84632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Infosys IR Recall@3 — quarterly docs share identical YAML vocabulary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Recall@k Across All Retrieval Pipelines</a:t>
            </a:r>
          </a:p>
        </p:txBody>
      </p:sp>
      <p:pic>
        <p:nvPicPr>
          <p:cNvPr id="9" name="Picture 8" descr="milestone5-recall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8686800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235440" y="1325880"/>
            <a:ext cx="2743200" cy="16459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1417320"/>
            <a:ext cx="246888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Best at every cutoff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1810512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Metadata + rerank dominates: 74% → 82% → 88%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310896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235440" y="3108960"/>
            <a:ext cx="64008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318211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Arial"/>
              </a:rPr>
              <a:t>Chroma-only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49300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40% → 50% → 54%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4160520"/>
            <a:ext cx="2743200" cy="914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35440" y="4160520"/>
            <a:ext cx="64008" cy="914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4233672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Arial"/>
              </a:rPr>
              <a:t>BGE reranking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4544568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58% → 64% → 64%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EXPERIMENT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T4 GPU Full-Text BGE Score-Weight Sweep</a:t>
            </a:r>
          </a:p>
        </p:txBody>
      </p:sp>
      <p:pic>
        <p:nvPicPr>
          <p:cNvPr id="9" name="Picture 8" descr="milestone5-gpu-weight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8046720" cy="50292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95360" y="132588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141732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Best Configuration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78308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Body=0.0 / Metadata=1.0 gives best Recall@3 (42%) and Recall@9 (54%)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2834640"/>
            <a:ext cx="3383280" cy="137160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2926080"/>
            <a:ext cx="3108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Why Metadata Wins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291840"/>
            <a:ext cx="3108960" cy="8229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Document bodies contain boilerplate and heterogeneous text. Metadata is shorter and more aligned with question intent.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95360" y="4343400"/>
            <a:ext cx="3383280" cy="8229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595360" y="4343400"/>
            <a:ext cx="64008" cy="8229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43891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3767B1"/>
                </a:solidFill>
                <a:latin typeface="Arial"/>
              </a:rPr>
              <a:t>3.278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800600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B6478"/>
                </a:solidFill>
                <a:latin typeface="Arial"/>
              </a:rPr>
              <a:t>mean reranking time on T4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ANSWER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RAGAS Evaluation — Pipeline 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325880"/>
          <a:ext cx="6217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747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Property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>
                    <a:solidFill>
                      <a:srgbClr val="141B45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50 investor-oriented questions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Pipeline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Metadata-only top-10 → top-3 context → gpt-4o-mini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Answer-generation model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evaluator LLM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gpt-4o-mini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RAGAS embeddings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text-embedding-3-small</a:t>
                      </a:r>
                    </a:p>
                  </a:txBody>
                  <a:tcPr>
                    <a:solidFill>
                      <a:srgbClr val="FFFFFF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Reference answers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A1A2E"/>
                          </a:solidFill>
                          <a:latin typeface="Arial"/>
                        </a:rPr>
                        <a:t>Human-reviewed grounded answers</a:t>
                      </a:r>
                    </a:p>
                  </a:txBody>
                  <a:tcPr>
                    <a:solidFill>
                      <a:srgbClr val="E8EDF9"/>
                    </a:solidFill>
                    <a:lnL w="0" cap="flat" cmpd="sng">
                      <a:noFill/>
                    </a:lnL>
                    <a:lnR w="0" cap="flat" cmpd="sng">
                      <a:noFill/>
                    </a:lnR>
                    <a:lnT w="0" cap="flat" cmpd="sng">
                      <a:noFill/>
                    </a:lnT>
                    <a:lnB w="0" cap="flat" cmpd="sng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040880" y="1325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040880" y="1325880"/>
            <a:ext cx="64008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1399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563EB"/>
                </a:solidFill>
                <a:latin typeface="Arial"/>
              </a:rPr>
              <a:t>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1764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Are all answer claims supported by the retrieved context? Scores unsupported additions as failures.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468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2468880"/>
            <a:ext cx="64008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542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6A34A"/>
                </a:solidFill>
                <a:latin typeface="Arial"/>
              </a:rPr>
              <a:t>context_precision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907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Are the retrieved documents relevant to the question? High score = low noise in context.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3611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3611880"/>
            <a:ext cx="64008" cy="10515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685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F97316"/>
                </a:solidFill>
                <a:latin typeface="Arial"/>
              </a:rPr>
              <a:t>context_recall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050791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Does the retrieved context contain all information needed for the reference answer?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754880"/>
            <a:ext cx="493776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475488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4828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7C3AED"/>
                </a:solidFill>
                <a:latin typeface="Arial"/>
              </a:rPr>
              <a:t>answer_relevancy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193792"/>
            <a:ext cx="4663440" cy="5486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Does the generated answer actually address the question? (Can under-score long faithful answers.)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ANSWER QUALITY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Pipeline A RAGAS Scores</a:t>
            </a:r>
          </a:p>
        </p:txBody>
      </p:sp>
      <p:pic>
        <p:nvPicPr>
          <p:cNvPr id="9" name="Picture 8" descr="milestone5-ragas-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772400" cy="4937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64008" cy="11155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39903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563EB"/>
                </a:solidFill>
                <a:latin typeface="Arial"/>
              </a:rPr>
              <a:t>0.8929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20240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578608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2578608"/>
            <a:ext cx="64008" cy="11155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2651760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7C3AED"/>
                </a:solidFill>
                <a:latin typeface="Arial"/>
              </a:rPr>
              <a:t>0.8439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172968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answer relevancy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3831336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3831336"/>
            <a:ext cx="64008" cy="11155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3904488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6A34A"/>
                </a:solidFill>
                <a:latin typeface="Arial"/>
              </a:rPr>
              <a:t>0.9683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425696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context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5084064"/>
            <a:ext cx="3657600" cy="1115568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5084064"/>
            <a:ext cx="64008" cy="11155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5157216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97316"/>
                </a:solidFill>
                <a:latin typeface="Arial"/>
              </a:rPr>
              <a:t>0.8725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5678424"/>
            <a:ext cx="3291840" cy="411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B6478"/>
                </a:solidFill>
                <a:latin typeface="Arial"/>
              </a:rPr>
              <a:t>context recall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QUALITATIVE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Representative Success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25880"/>
            <a:ext cx="5486400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ID 9 — Q3 FY26 Earnings Call (IR)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03320" y="1417320"/>
            <a:ext cx="2011680" cy="2926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was the TCV of large deals Infosys closed in Q3 FY26 and net-new share?
A: $4.8 billion, with 57% net new business.
✓ Perfect match — single factual query, distinctive metadata.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64008" cy="21488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325880"/>
            <a:ext cx="5486400" cy="54864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417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67B1"/>
                </a:solidFill>
                <a:latin typeface="Arial"/>
              </a:rPr>
              <a:t>ID 22 — Infosys–Intel Partnership (NSE ≤10)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1417320"/>
            <a:ext cx="2011680" cy="292608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5480" y="1435607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828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is the strategic rationale behind Infosys and Intel deepening their partnership?
A: Facilitate enterprises' transition from AI pilots to large-scale production deployments.
✓ Unique partner name in metadata → ranked 1st.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611880"/>
            <a:ext cx="64008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611880"/>
            <a:ext cx="54864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Arial"/>
              </a:rPr>
              <a:t>ID 17 — September 2025 Buyback (NSE ≤10)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3703320"/>
            <a:ext cx="2011680" cy="2926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4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Buyback size, price per share, and shares proposed for repurchase?
A: ₹18,000 crore at ₹1,800/share; 10,00,00,000 shares.
✓ Only document in corpus with this specific buyback — unambiguous retrieval.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611880"/>
            <a:ext cx="5486400" cy="214884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611880"/>
            <a:ext cx="64008" cy="214884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611880"/>
            <a:ext cx="5486400" cy="5486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70332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D5BD0"/>
                </a:solidFill>
                <a:latin typeface="Arial"/>
              </a:rPr>
              <a:t>ID 24 — Bank CTBC Finacle (NSE ≤10)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3703320"/>
            <a:ext cx="2011680" cy="292608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55480" y="372160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114800"/>
            <a:ext cx="521208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Q: What benefits is Bank CTBC Indonesia gaining from Infosys Finacle on cloud?
A: 6 benefits correctly listed: scalability, faster innovation, 300%+ efficiency gain, etc.
✓ Unique bank name ensures first-rank retrieval.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QUALITATIVE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Where the Pipeline Still Fails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8961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9903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Arial"/>
              </a:rPr>
              <a:t>ID 46 — Wrong Document / Wrong 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0" y="1399032"/>
            <a:ext cx="1234440" cy="3200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61320" y="14173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76479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Answer: $14.9B (FY26 value). Reference: $11.6B (FY24-25). FY26 document ranked #1; correct AGM transcript was at rank 3. Both share identical YAML vocabulary — only body numbers differ.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33172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331720"/>
            <a:ext cx="64008" cy="89611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0487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Arial"/>
              </a:rPr>
              <a:t>ID 15 — Multi-Chunk Fragmentation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0" y="2404872"/>
            <a:ext cx="1234440" cy="320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61320" y="24231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Mean: 0.65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77063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Listed 3 third-party recognitions; reference had 8. Evidence split across two chunks of the same press release (group_001 and group_002). Only group_002 was retrieved in top-3.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33756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337560"/>
            <a:ext cx="64008" cy="8961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41071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Arial"/>
              </a:rPr>
              <a:t>ID 13 — LLM Over-Elaboration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0" y="3410712"/>
            <a:ext cx="123444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61320" y="342900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F: 0.40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77647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Context: competitive pressure → clients get productivity gains. Model added 'sharing philosophy', 'greater impact', 'client satisfaction' — unsupported by context. Faithfulness = 0.40 despite perfect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343400"/>
            <a:ext cx="64008" cy="896112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41655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67B1"/>
                </a:solidFill>
                <a:latin typeface="Arial"/>
              </a:rPr>
              <a:t>ID 8 — RAGAS Metric Artefact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4416552"/>
            <a:ext cx="1234440" cy="32004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61320" y="44348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AR: 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78231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Answer is faithful and correct. RAGAS answer_relevancy = 0.00 because the LLM generated a long multi-clause answer, causing synthetic questions to diverge from the original question vector.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5349240"/>
            <a:ext cx="11430000" cy="896112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5349240"/>
            <a:ext cx="64008" cy="896112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422392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B6478"/>
                </a:solidFill>
                <a:latin typeface="Arial"/>
              </a:rPr>
              <a:t>ID 34 — Vocabulary Collision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15600" y="5422392"/>
            <a:ext cx="1234440" cy="320040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61320" y="544068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Arial"/>
              </a:rPr>
              <a:t>CR: 0.00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788152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Arial"/>
              </a:rPr>
              <a:t>Reference: '77% reported financial loss, 53% reputational damage.' Pipeline retrieved Form 20-F risk sections (generic AI risk language) instead of the specific Responsible AI press release with exact statistics.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ERROR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Patterns in Model Mistakes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1051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C2626"/>
                </a:solidFill>
                <a:latin typeface="Arial"/>
              </a:rPr>
              <a:t>IR Quarterly Ambiguity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Q1–Q4 earnings calls, press conferences, and fact sheets share YAML terms (revenue guidance, operating margin, large-deal TCV). Metadata embedding retrieves the wrong quarter, causing the LLM to state the wrong number.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64008" cy="1051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D97706"/>
                </a:solidFill>
                <a:latin typeface="Arial"/>
              </a:rPr>
              <a:t>Multi-Chunk Fragmentation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List-style questions whose evidence spans multiple chunks of one document are answered incompletely. Retrieving group_002 does not guarantee group_001 is also included in the top-3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703320"/>
            <a:ext cx="64008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77647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Arial"/>
              </a:rPr>
              <a:t>LLM Over-Elaboration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42231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When the context states a brief one-sentence reason, gpt-4o-mini adds plausible but ungrounded justifications. RAGAS faithfulness penalizes each unentailed claim.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60" y="132588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60" y="1325880"/>
            <a:ext cx="64008" cy="1051560"/>
          </a:xfrm>
          <a:prstGeom prst="rect">
            <a:avLst/>
          </a:prstGeom>
          <a:solidFill>
            <a:srgbClr val="376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39903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67B1"/>
                </a:solidFill>
                <a:latin typeface="Arial"/>
              </a:rPr>
              <a:t>RAGAS Answer-Relevancy Artefact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6479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Long, multi-clause answers generate synthetic questions that do not reconstruct the original. Cosine similarity falls near zero even when the answer is correct and faithful.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514600"/>
            <a:ext cx="5486400" cy="105156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2514600"/>
            <a:ext cx="64008" cy="1051560"/>
          </a:xfrm>
          <a:prstGeom prst="rect">
            <a:avLst/>
          </a:prstGeom>
          <a:solidFill>
            <a:srgbClr val="5B64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587752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5B6478"/>
                </a:solidFill>
                <a:latin typeface="Arial"/>
              </a:rPr>
              <a:t>Temporal Disambiguation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2953512"/>
            <a:ext cx="5212080" cy="53035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Arial"/>
              </a:rPr>
              <a:t>Adjacent fiscal years share identical YAML vocabulary; only the body text contains the differentiating number. The metadata pipeline cannot distinguish FY24-25 from FY25-26.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0" y="64008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ADCFC"/>
                </a:solidFill>
                <a:latin typeface="Arial"/>
              </a:rPr>
              <a:t>FinQuery - Milestone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0" y="653796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B6478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914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227"/>
                </a:solidFill>
                <a:latin typeface="Arial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"/>
            <a:ext cx="10058400" cy="685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Key Observations &amp; Recommended Direction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6400800" cy="41148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64008" cy="41148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5943600" cy="34747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Arial"/>
              </a:rPr>
              <a:t>Key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10512"/>
            <a:ext cx="5943600" cy="34747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Metadata-only embedding: 74% Recall@3 at 0.478 s — 13× faster than baseline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Cross-encoder reranking: improves Recall@7 to 88% with 3.173 s total latency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Pipeline A RAGAS: faithfulness 0.89, context precision 0.97, context recall 0.87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T4 GPU reduces BGE reranking to 3.278 s — matching metadata cross-encoder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Metadata-heavy BGE scoring (body=0.0) gives best full-text recall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1A1A2E"/>
                </a:solidFill>
                <a:latin typeface="Arial"/>
              </a:rPr>
              <a:t>• Infosys IR is the hardest category: Recall@3 only 10%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325880"/>
            <a:ext cx="4937760" cy="1920240"/>
          </a:xfrm>
          <a:prstGeom prst="rect">
            <a:avLst/>
          </a:prstGeom>
          <a:solidFill>
            <a:srgbClr val="141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14173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Arial"/>
              </a:rPr>
              <a:t>Limitations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783080"/>
            <a:ext cx="4572000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IR quarterly disambiguation requires body-text or explicit YAML fields (quarter, fiscal year)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List-style questions need adjacent-chunk co-retrieval</a:t>
            </a:r>
          </a:p>
          <a:p>
            <a:pPr>
              <a:spcAft>
                <a:spcPts val="200"/>
              </a:spcAft>
            </a:pPr>
            <a:r>
              <a:rPr sz="950">
                <a:solidFill>
                  <a:srgbClr val="CADCFC"/>
                </a:solidFill>
                <a:latin typeface="Arial"/>
              </a:rPr>
              <a:t>• Pipeline B RAGAS evaluation not yet completed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383280"/>
            <a:ext cx="4937760" cy="2057400"/>
          </a:xfrm>
          <a:prstGeom prst="rect">
            <a:avLst/>
          </a:prstGeom>
          <a:solidFill>
            <a:srgbClr val="F7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0" y="3383280"/>
            <a:ext cx="64008" cy="2057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34747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  <a:latin typeface="Arial"/>
              </a:rPr>
              <a:t>Best Speed-Quality Tradeoff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858768"/>
            <a:ext cx="4663440" cy="1463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Arial"/>
              </a:rPr>
              <a:t>Metadata-only retrieval + lightweight cross-encoder reranking gives the strongest Recall@7 (88%), keeps latency practical (3.173 s), and performs especially well on documents with distinctive semantic metadata.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5559552"/>
            <a:ext cx="4937760" cy="5486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5605272"/>
            <a:ext cx="4663440" cy="4572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Arial"/>
              </a:rPr>
              <a:t>Next: Add fiscal_year and quarter fields to IR YAML metadata to resolve quarterly ambiguity.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